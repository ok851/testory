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73168" y="0"/>
            <a:ext cx="7424927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Testory</a:t>
            </a:r>
          </a:p>
          <a:p>
            <a:r>
              <a:rPr sz="1600" b="0">
                <a:solidFill>
                  <a:srgbClr val="B8D4CF"/>
                </a:solidFill>
                <a:latin typeface="Microsoft YaHei"/>
              </a:rPr>
              <a:t>
企业级多端联动质量保障
多 Agent Infra</a:t>
            </a:r>
          </a:p>
          <a:p>
            <a:r>
              <a:rPr sz="1100" b="0">
                <a:solidFill>
                  <a:srgbClr val="0D9488"/>
                </a:solidFill>
                <a:latin typeface="Microsoft YaHei"/>
              </a:rPr>
              <a:t>
GOAI 新智基座｜Agent Infra
赛题：复杂任务多 Agent 自主协同
初赛方案 V0.3 · 含实机截图证据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一条业务流，打通四端执行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Web（本机 CDP）· Windows 桌面（UIA）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Android（adb/插件）· REST API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协同设计基点：AgentTeams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能力沉淀：可复用 Skill 工程包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执行运行时：Hermes（挂接各 Executor）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开放定位：拟 Apache-2.0 开源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F1C2E"/>
                </a:solidFill>
                <a:latin typeface="Microsoft YaHei"/>
              </a:rPr>
              <a:t>队伍名称 / 成员（请填写）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真实场景：企业混合流回归，专家串测不可规模化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目标用户：测开 / QA / 业务质量团队；输入可为客诉、缺陷单或自然语言场景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痛点拆解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Web 下单失败常伴随桌面库存、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App 列表不同步，单端工具测不全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变量（token/订单号）需人工抄录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到下一端，易漏易错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验证码/扫码打断自动化后难续跑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失败后只有截图碎片，缺证据等级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与可复用 Runbook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现有 AI 方案多为单 Agent 对话，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难形成可审计 Production 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Testory 解题方式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Planner 把 NL/缺陷拆成 API→Web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→Desktop→Mobile 阶段计划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各端 Executor 经 Skill 调真实工具：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CDP / UIA / adb / HTTP Runner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TestRunState 透传 vars 与证据索引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HitlGate 处理登录验证码后续跑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Verifier 输出强/弱/缺失证据报告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Skill 沉淀，避免一次性脚本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173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可量化目标（Demo）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跨端初诊/复现：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人工 30–60min → 目标 10–20min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关键操作留痕：100%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L2 高风险动作审批：100%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阶段变量透传：零人工抄录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开源：平台核心 + Skills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可供企业/高校二次开发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赛题对齐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多 Agent · Skill · 工具契约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证据 · 审批 · 开源成长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2/17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主 Demo：客诉驱动的跨端复现与回归闭环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「10:15 后 Web 下单失败，桌面库存异常，App 订单列表未刷新」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触发：客诉/缺陷进入 → CapabilityProbe 探测本机 Edge/Chrome、桌面会话、adb 设备、API 可达性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Planner：生成 CrossEndPlan（含 stages、vars_to_store、sync points、cleanup）并标注 L0/L1/L2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执行：ApiHttp 查单 → WebBrowse 复现下单页 → WindowsDesktop 核库存 → AndroidMobile 刷列表 → Verifier 汇总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客诉输入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模糊描述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+环境探针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任务拆解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Planner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派单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API 阶段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查单/造数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写 vars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784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Web 阶段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CDP 同屏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可 HITL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Desktop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UIA/视觉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核库存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Mobile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adb 动作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列表断言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2834640"/>
            <a:ext cx="1554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0" y="30175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2448" y="352044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验证沉淀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证据评级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C2E"/>
                </a:solidFill>
                <a:latin typeface="Microsoft YaHei"/>
              </a:rPr>
              <a:t>复盘建议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3/17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实机证据①：AI 自主测试工作台（Web/桌面执行入口）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自然语言下达任务 → 本机启动 Edge/Chrome（CDP）或桌面直控 → 思考流程/动作/实时用例/报告四栏可观测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786384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14300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界面能力对照赛题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智能体服务：一键启动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Hermes/本机浏览器附着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推理引擎可切换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（本地/云端模型）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超时与「执行后生成用例」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把轨迹沉淀为可维护资产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视觉识别开关：OCR/屏幕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观察兜底难定位控件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右侧四栏 = 初赛可观测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雏形（决策·动作·用例·报告）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对应 Agent：WebApiExecutor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对应 Skill：WebBrowse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对应闭环：工具调用+证据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4/17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实机证据②：跨端联动编排（Planner 原型）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NL → AI 分解为 API→Web→Mobile→Desktop 多阶段计划；模板含注册登录全链路、订单同步、数据一致性、移动/桌面对比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786384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429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14300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为何这是关键证据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已实现「任务拆解」产品面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= Planner Skill 的可演示形态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明确四端阶段语义与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端到端变量透传、断言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复赛将把此处分解结果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映射为 AgentTeams 任务图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与多角色派单事件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诚实边界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当前仍偏单回路编排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尚未是对等多 Agent 对话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初赛定位：协同 Spec 的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  可运行前置能力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5/17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实机证据③：AI 中心模块化协作 + 移动端同步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用例设计 / 自主测试 / 自愈优化分模块；移动端支持 USB/无线配对、插件录制回放同步到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760720" cy="3611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6606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7660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892040"/>
            <a:ext cx="11430000" cy="12801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AI 中心：设计→执行→自愈 三段式，覆盖 Web / 接口 / 移动；跨端联动入口已产品化（对应赛题「经验沉淀 / 验证 / 工具接入」）。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移动端同步：环境检测、设备连接、6 位配对码、助手插件；录制在手机完成、步骤回传 PC 编辑——对应 MobileExecutor + AndroidMobile Skill。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6/17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实机证据④：本机独立模式 + 项目工作台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桌面壳登录强调数据本机保存；项目首页承载用例/执行入口，支撑企业向组织协作演进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4300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（截图缺失）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526280"/>
            <a:ext cx="5852160" cy="15544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6634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本机独立模式：数据保存在本机，降低企业数据外流顾虑，契合开源私有部署。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项目工作台：用例与执行入口集中管理；审计/SSO 等为企业向同向能力（脚手架已有）。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7/17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总体架构：AgentTeams 控制面 + Skill + 多端适配器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Agent 不裸调工具；Hermes 是端侧运行时，不是多 Agent 协同框架本身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2332"/>
                </a:solidFill>
                <a:latin typeface="Microsoft YaHei"/>
              </a:rPr>
              <a:t>① 入口层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344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客诉 / 缺陷 / NL 场景 / CI webhook（复赛） / 平台 WebUI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② AgentTeams 编排层（必须）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角色拓扑 · 任务图 · 共享状态 · HITL/审批升级 · 状态机追踪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2332"/>
                </a:solidFill>
                <a:latin typeface="Microsoft YaHei"/>
              </a:rPr>
              <a:t>③ 多 Agent 协同层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89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Planner · WebApiExecutor · DesktopExecutor · MobileExecutor · Verifier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2332"/>
                </a:solidFill>
                <a:latin typeface="Microsoft YaHei"/>
              </a:rPr>
              <a:t>④ Skill 能力层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CrossEndDecompose · WebBrowse · ApiHttp · WindowsDesktop · AndroidMobile · RiskGuard…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2332"/>
                </a:solidFill>
                <a:latin typeface="Microsoft YaHei"/>
              </a:rPr>
              <a:t>⑤ MCP / 适配器层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CDP 附着 · Desktop Gateway · Mobile Gateway · HTTP Runner ·（可选）云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112471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A2332"/>
                </a:solidFill>
                <a:latin typeface="Microsoft YaHei"/>
              </a:rPr>
              <a:t>⑥ 证据与治理层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206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TestRunState · Trace/Log · 截图索引 · 审批记录 · Runbook/记忆（复赛）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8/17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五个职能 Agent：从拆解到验证的完整职责边界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赛题最低要求 ≥3；完整集 5 个。边界=职责分工（平台多端都能做，角色不越权兼岗）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A6B63"/>
                </a:solidFill>
                <a:latin typeface="Microsoft YaHei"/>
              </a:rPr>
              <a:t>指挥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NL/缺陷→CrossEndPlan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派单·风险标注·重规划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边界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执行交由各端Executor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18872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79" y="137160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WebApi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A6B63"/>
                </a:solidFill>
                <a:latin typeface="Microsoft YaHei"/>
              </a:rPr>
              <a:t>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33172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CDP 浏览器+HTTP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断言·HITL 续跑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47548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边界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桌面/移动交由专责Agent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18872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137160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A6B63"/>
                </a:solidFill>
                <a:latin typeface="Microsoft YaHei"/>
              </a:rPr>
              <a:t>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33172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UIA 优先·视觉降级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窗口发现·变量衔接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7548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边界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Web/API交由专责Agent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18872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19" y="137160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A6B63"/>
                </a:solidFill>
                <a:latin typeface="Microsoft YaHei"/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33172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adb/插件·dump/tap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配对同步·列表断言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7548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边界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Web/桌面交由专责Agent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188720"/>
            <a:ext cx="2240280" cy="4846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21240" y="137160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Verifier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A6B63"/>
                </a:solidFill>
                <a:latin typeface="Microsoft YaHei"/>
              </a:rPr>
              <a:t>评判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33172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证据强/弱/缺失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C2E"/>
                </a:solidFill>
                <a:latin typeface="Microsoft YaHei"/>
              </a:rPr>
              <a:t>heal·复盘·沉淀建议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7548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边界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</a:rPr>
              <a:t>证据不足不下武断根因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9/17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AgentTeams 能力映射：初赛 Spec，复赛可加载运行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评审核验的是编排/拆解/上下文/协同/追踪如何落到框架，而非只提工具名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映射到本方案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初赛交付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复赛交付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角色编排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5 角色 Spec；最小 3 角色拓扑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Identity 清单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Spec 可加载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任务拆解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Planner + CrossEndDecompose→stages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跨端页+API 证据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任务图事件派单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上下文传递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TestRunState：vars/证据/审批令牌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Schema 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共享状态实现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协同执行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Executor+sync；Hermes=工具循环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单端/跨端原型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多角色并行/串行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状态追踪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test_run_id + trace_id 阶段机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字段约定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Microsoft YaHei"/>
                        </a:rPr>
                        <a:t>Trace 导出/看板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47A0A"/>
                </a:solidFill>
                <a:latin typeface="Microsoft YaHei"/>
              </a:rPr>
              <a:t>红线表述：不把「单 Hermes 对话成功」写成「多 Agent 协同已完成」。AgentTeams=指挥部，Hermes=手。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10/17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Skill 工程体系：已有执行面 + 复赛治理/知识补齐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每个 Skill 具备输入输出、调用条件、失败处理、安全边界；源码位于 skills/bundled/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A6B63"/>
                </a:solidFill>
                <a:latin typeface="Microsoft YaHei"/>
              </a:rPr>
              <a:t>执行面（已开源资产）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WebBrowse — CDP 同屏+HITL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ApiHttp — 造数/契约断言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WindowsDesktop — UIA+视觉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AndroidMobile — adb/插件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CrossEndDecompose — NL→计划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A6B63"/>
                </a:solidFill>
                <a:latin typeface="Microsoft YaHei"/>
              </a:rPr>
              <a:t>产品增强（已有）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UiDesignReview — UI 规范辅助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AiExplore / AiDialog — 探索与对话式步骤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CapabilityProbe — 开跑前能力矩阵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A6B63"/>
                </a:solidFill>
                <a:latin typeface="Microsoft YaHei"/>
              </a:rPr>
              <a:t>治理类（复赛补齐）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HitlGate — 登录/验证码门禁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RiskGuard — L0/L1/L2 白名单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RecoveryVerify — 断言与恢复确认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LocatorHeal — 定位失效候选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1887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3716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A6B63"/>
                </a:solidFill>
                <a:latin typeface="Microsoft YaHei"/>
              </a:rPr>
              <a:t>知识类（复赛补齐）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RunbookRag — 规范/历史案例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IncidentMemory — 决策记忆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· Postmortem — 复盘与沉淀清单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11/17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工具契约：真实端连接层（MCP 或等价 Schema）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Skill 管能力抽象；适配器管协议/鉴权/错误/审计；Mock 与真机共用 Schema 以降迁移成本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Browser CDP Adapter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launch_debug_browser → cdp_attach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禁止默认 headless 偷跑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验证码转 HitlGate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Desktop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端口化 UIA/视觉工具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inprocess / gateway 模式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前台窗口零配置发现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Mobile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adb forward · dump/tap/scroll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scrcpy 预览协调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助手插件配对码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HTTP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method/url/headers/body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assert.status · vars 透传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密钥来自环境不入库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AgentTeams（必须）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角色·任务图·共享状态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升级策略与追踪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初赛 Spec / 复赛接入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57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C2E"/>
                </a:solidFill>
                <a:latin typeface="Microsoft YaHei"/>
              </a:rPr>
              <a:t>云 Skills（按需）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43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云资源类能力可选用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质量执行以自研 Skill 为主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材料说明替换迁移成本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12/17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上下文与证据分级：宁可报缺口，也不编造根因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共享 TestRunState；RAG/记忆复赛落地；满足赛题「记忆/共享状态/轨迹」中至少 2 项路径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A6B63"/>
                </a:solidFill>
                <a:latin typeface="Microsoft YaHei"/>
              </a:rPr>
              <a:t>输入归并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客诉文本、API 响应、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页面 DOM/截图、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桌面控件树、移动 dump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18872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A6B63"/>
                </a:solidFill>
                <a:latin typeface="Microsoft YaHei"/>
              </a:rPr>
              <a:t>共享状态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92024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stages 状态机、vars、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幂等键、审批令牌、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证据索引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A6B63"/>
                </a:solidFill>
                <a:latin typeface="Microsoft YaHei"/>
              </a:rPr>
              <a:t>检索（复赛）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RunbookRag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IncidentMemory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失败模式召回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118872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A6B63"/>
                </a:solidFill>
                <a:latin typeface="Microsoft YaHei"/>
              </a:rPr>
              <a:t>证据评级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92024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强：时空一致可复现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弱：部分采样不足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缺：明确采集建议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188720"/>
            <a:ext cx="2240280" cy="3200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A6B63"/>
                </a:solidFill>
                <a:latin typeface="Microsoft YaHei"/>
              </a:rPr>
              <a:t>输出闭环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92024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pass/fail、heal 候选、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复盘草稿、Skill 更新建议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示例：强证据 — Web /api/order/create 在 10:15 后持续 5xx，与客诉窗口一致且可复现；弱证据 — 桌面库存差异可见但缺变更审计；缺失 — 未采移动端网络 HAR → 输出采集建议而非「已定位根因」。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初赛已具备：截图/动作日志/跨端计划结构。复赛补齐：统一 Trace 导出与向量检索。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13/17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安全执行与可观测：L0–L2 + HITL +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企业级关键不是无限自动，而是可验证、可审批、可回滚、可审计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2402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L0 只读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探测、截图、日志拉取、能力探针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默认可自动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188720"/>
            <a:ext cx="22402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1371600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L1 低风险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9659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页面点击、查询类 API、常规断言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白名单自动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2402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1371600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L2 高风险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清数据、装/卸 APK、改配置、写生产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审批令牌+人工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1188720"/>
            <a:ext cx="22402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799" y="1371600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9659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登录、滑块、扫码、验证码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暂停→用户完成→续跑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188720"/>
            <a:ext cx="22402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19" y="1371600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9659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跨端 cleanup stage 清理造数/恢复现场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2332"/>
                </a:solidFill>
                <a:latin typeface="Microsoft YaHei"/>
              </a:rPr>
              <a:t>失败亦尽量执行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34840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可观测：每次拆解 / Skill / 工具 / LLM 调用写入 Trace+Log，Metrics 含阶段时延、工具成功率、Token（若云模型）；关联 test_run_id。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实现路径：复赛优先结构化 JSON Trace（可迁移 OTel GenAI / AgentLoop）；平台已有思考流程·执行动作·报告栏作为 UI 侧雏形。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14/17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初赛边界 · 复赛闭环 · 与产品北极星同向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北极星：企业级多端（PC/Web/移动）联动自动化测试；比赛逼出多 Agent Infra 控制面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A6B63"/>
                </a:solidFill>
                <a:latin typeface="Microsoft YaHei"/>
              </a:rPr>
              <a:t>初赛 V0.3 · 可评审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完整方案 + Identity/Skill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AgentTeams 映射表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实机截图：AI 测试/跨端/移动/中心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多端执行面与 HITL 已可用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开源计划与诚实披露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A6B63"/>
                </a:solidFill>
                <a:latin typeface="Microsoft YaHei"/>
              </a:rPr>
              <a:t>复赛 V0.5 · 可运行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AgentTeams 接入最小 3 角色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一条跨端故事端到端 Trace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HITL + L2 审批各演示一次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Desktop 或 Mobile 进主链路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Skill Schema + MCP 样例包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A6B63"/>
                </a:solidFill>
                <a:latin typeface="Microsoft YaHei"/>
              </a:rPr>
              <a:t>长期 · 可成长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Apache-2.0 社区迭代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Skill/MCP 生态贡献指南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评测集与失败回放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企业审计/权限加深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Microsoft YaHei"/>
              </a:rPr>
              <a:t>· 开源新锐/影响力专项路径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15/17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C2E"/>
                </a:solidFill>
                <a:latin typeface="Microsoft YaHei"/>
              </a:rPr>
              <a:t>开源披露：非商业闭源，按可复现工程参赛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63"/>
                </a:solidFill>
                <a:latin typeface="Microsoft YaHei"/>
              </a:rPr>
              <a:t>协议拟 Apache-2.0；核心仓 + Skills + Demo；密钥与未脱敏数据永不公开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开源范围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平台核心（本地运行、AI 任务、跨端原型）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skills/bundled/* 全部执行面 Skill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桌面/移动/Web 适配层与文档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docs/goai 方案与复赛 Demo 包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依赖披露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Hermes：端侧工具运行时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Playwright / pywinauto / adb 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可选云 LLM（可替换 Ollama 本地）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可复现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README · .env.example · 合成样例数据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本 PPT 截图均来自本机 127.0.0.1:5000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诚实披露（防红线）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基于已有 Testory 工程继续演进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新增重点：多 Agent 角色 + AgentTeams 映射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现状代码主路径仍是单 Hermes 执行面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+ 跨端阶段编排原型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对等多 Agent 协作：初赛完成设计，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  复赛交付可运行链路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不刷 Star / 不伪造评测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Microsoft YaHei"/>
              </a:rPr>
              <a:t>· 允许商业 API，但给出本地替代路径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</a:rPr>
              <a:t>Testory · GOAI 新智基座 Agent Infra · 初赛方案 V0.3  |  16/17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Testory</a:t>
            </a:r>
          </a:p>
          <a:p>
            <a:r>
              <a:rPr sz="1600" b="0">
                <a:solidFill>
                  <a:srgbClr val="B8D4CF"/>
                </a:solidFill>
                <a:latin typeface="Microsoft YaHei"/>
              </a:rPr>
              <a:t>
让复杂跨端质量保障，从专家手工串测，走向可协作、可治理、可复用的 Agent Infra。</a:t>
            </a:r>
          </a:p>
          <a:p>
            <a:r>
              <a:rPr sz="1300" b="0">
                <a:solidFill>
                  <a:srgbClr val="0D9488"/>
                </a:solidFill>
                <a:latin typeface="Microsoft YaHei"/>
              </a:rPr>
              <a:t>
Web · Windows · Android · API  —  同一 TestRun，共享状态与证据链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40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01 多端联动实机　02 多 Agent 方案闭环　03 Skill 工程化　04 开源可审计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下一步：填写队伍信息 → 提交初赛材料 → 按 docs/goai/semifinal_backlog.md 接入 AgentTeams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